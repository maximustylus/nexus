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41248" y="23317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roster for your team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" y="320040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ten-minute, hands-on walkthrough for Allied Health leads.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happens in a sandbox — nothing you do is saved, and no sign-in is needed.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• v2.1.0 • August 2026</a:t>
            </a:r>
            <a:endParaRPr lang="en-US" sz="1200" dirty="0"/>
          </a:p>
        </p:txBody>
      </p:sp>
      <p:pic>
        <p:nvPicPr>
          <p:cNvPr id="6" name="Image 0" descr="shots/09-drafted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6991" y="1188720"/>
            <a:ext cx="2070401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are about to try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builds a duty roster from the rules you give it — grades, hours ceilings, duty needs — and shows the result as a calendar your team can read, swap on, and export. The demo runs on fictional data.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377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68096" y="299923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all the tryout takes, on your phone or desktop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9856" y="21488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1024" y="2377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saved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21024" y="299923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sandbox stores nothing and needs no account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21488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377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AH7–AH17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73952" y="299923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allied-health grade scale is built in, with your own band boundaries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25712" y="21488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2377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 to keep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326880" y="299923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fits, register as a lead and bring your team 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4343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route, in eight steps: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site → Demo → dashboard → Roster → Configure → your team → duties → Draft. Slides 3–10 walk each one, with the phone view beside the desktop view.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this deck is a patient record. Every name you will see — Frodo, Samwise, Steve — is fiction shipped with the sandbox.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site and pick the Demo door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316736"/>
            <a:ext cx="6035040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6" name="Image 0" descr="shots/02-demo-tab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925312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148072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40296" y="1316736"/>
            <a:ext cx="1820978" cy="3813048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9" name="Image 1" descr="shots/02-demo-tab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71600"/>
            <a:ext cx="1711250" cy="3703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5148072"/>
            <a:ext cx="1711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117890" y="1371600"/>
            <a:ext cx="261386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tabs on the front door: Individuals (public health screening), Professionals (sign in / register), Demo.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Demo, then INITIALISE DEMO.</a:t>
            </a:r>
            <a:endParaRPr lang="en-US" sz="13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account, no email, nothing stored — the demo answers locally.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66928" y="5715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577900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knowing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moon icon (top right) switches dark mode. Everything in this deck is light mode; both work on both devices.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guide greets you; the dashboard is behind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316736"/>
            <a:ext cx="6035040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6" name="Image 0" descr="shots/03-demo-guide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925312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148072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40296" y="1316736"/>
            <a:ext cx="1820978" cy="3813048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9" name="Image 1" descr="shots/04-dashboard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71600"/>
            <a:ext cx="1711250" cy="3703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5148072"/>
            <a:ext cx="1711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117890" y="1371600"/>
            <a:ext cx="261386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guided tour opens first — Next through it, or close it and explore.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shows a simulated team: capacity, wellbeing check-ins, a daily briefing.</a:t>
            </a:r>
            <a:endParaRPr lang="en-US" sz="13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green SANDBOX MODE ACTIVE banner stays on screen the whole time.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66928" y="5715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577900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knowing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Guide tab in the navigation reopens the tour any time.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Roster — the calendar your team would live 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316736"/>
            <a:ext cx="6035040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6" name="Image 0" descr="shots/05-roster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925312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148072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40296" y="1316736"/>
            <a:ext cx="1820978" cy="3813048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9" name="Image 1" descr="shots/05-roster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71600"/>
            <a:ext cx="1711250" cy="3703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5148072"/>
            <a:ext cx="1711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117890" y="1371600"/>
            <a:ext cx="261386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shows everyone; My week shows one person’s duties.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and ICS export the roster to a spreadsheet or a calendar app.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is where you describe YOUR service.</a:t>
            </a:r>
            <a:endParaRPr lang="en-US" sz="13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phone the same calendar stacks vertically — rosters are read at the bedside, not at a desk.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Configure: pick a shape to start from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316736"/>
            <a:ext cx="6035040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6" name="Image 0" descr="shots/06-wizard-top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925312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148072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40296" y="1316736"/>
            <a:ext cx="1820978" cy="3813048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9" name="Image 1" descr="shots/06-wizard-top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71600"/>
            <a:ext cx="1711250" cy="3703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5148072"/>
            <a:ext cx="1711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117890" y="1371600"/>
            <a:ext cx="261386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profession (or don’t — it’s optional).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starting shape: graded duty split, specialist clinics, team rotation, weekend quotas, and more — or start blank.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start date and how many weeks to plan.</a:t>
            </a:r>
            <a:endParaRPr lang="en-US" sz="13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shape is a worked example you edit, not a rule you inherit.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66928" y="5715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577900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knowing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grade-band slider cuts AH7–AH17 into Non-exempt / Junior / Senior / Principal wherever YOUR department draws those lines. Every duty’s "who may lead" follows 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people: grades, availability, leave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316736"/>
            <a:ext cx="6035040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6" name="Image 0" descr="shots/07-wizard-team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925312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148072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40296" y="1316736"/>
            <a:ext cx="1820978" cy="3813048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9" name="Image 1" descr="shots/07-wizard-team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71600"/>
            <a:ext cx="1711250" cy="3703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5148072"/>
            <a:ext cx="1711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117890" y="1371600"/>
            <a:ext cx="261386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person: name, grade (AH7–AH17 or "not recorded"), FTE, and dates they are away.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template seeds ten fictional staff — rename, delete, add your own.</a:t>
            </a:r>
            <a:endParaRPr lang="en-US" sz="13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stay private in the live app: only a lead sees them, and they never appear on the roster itself.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duties: who, when, and how senior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316736"/>
            <a:ext cx="6035040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6" name="Image 0" descr="shots/08-wizard-duties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925312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148072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40296" y="1316736"/>
            <a:ext cx="1820978" cy="3813048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9" name="Image 1" descr="shots/08-wizard-duties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71600"/>
            <a:ext cx="1711250" cy="3703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5148072"/>
            <a:ext cx="1711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117890" y="1371600"/>
            <a:ext cx="261386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duty: name it, tick the weekdays it runs, set how many people it needs.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minimum grade per duty (e.g. "AH11 and above may lead").</a:t>
            </a:r>
            <a:endParaRPr lang="en-US" sz="13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ceilings — longest day, standard week, most days in a row — are enforced, and a duty that would breach them is reported as unstaffed with the hours named, never quietly assigned.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roster — and read what came back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316736"/>
            <a:ext cx="6035040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6" name="Image 0" descr="shots/09-drafted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925312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148072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40296" y="1316736"/>
            <a:ext cx="1820978" cy="3813048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9" name="Image 1" descr="shots/09-drafted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71600"/>
            <a:ext cx="1711250" cy="3703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5148072"/>
            <a:ext cx="1711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117890" y="1371600"/>
            <a:ext cx="261386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drafts the whole period: every duty, every day, lead and co named.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is deterministic — the same inputs always produce the same roster. No AI decides who works.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weekends, the grade gates, and anyone’s run of consecutive days.</a:t>
            </a:r>
            <a:endParaRPr lang="en-US" sz="13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right? Reopen Configure, adjust, draft again — it costs nothing.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66928" y="5715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577900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knowing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live app, staff request swaps from this screen and a lead approves them; the engine re-verifies the day before anything is written.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AURA — the assistant beside the roster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316736"/>
            <a:ext cx="6035040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6" name="Image 0" descr="shots/11-aura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5925312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148072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40296" y="1316736"/>
            <a:ext cx="1820978" cy="3813048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9" name="Image 1" descr="shots/11-aura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71600"/>
            <a:ext cx="1711250" cy="3703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5148072"/>
            <a:ext cx="1711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117890" y="1371600"/>
            <a:ext cx="261386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chats about wellbeing check-ins, drafts documents, and can log workload numbers.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proposes; you click. AURA never writes anything without a confirmation card.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sandbox AURA answers locally — your typing goes nowhere.</a:t>
            </a:r>
            <a:endParaRPr lang="en-US" sz="13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roster engine is separate: AURA explains it but does not decide it.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fit your service? Judge it on these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3258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14904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duties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19476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every duty you actually run be written as a row — its days, its headcount, its minimum grade?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36208" y="13258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4808" y="14904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people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64808" y="19476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grades, part-time FTEs and leave dates cover how your team really varies?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2735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rules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" y="373075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ceilings (longest day, weekly hours, days in a row) match your award and your norms?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6208" y="310896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4F1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32735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month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4808" y="373075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drafted calendar as if it were next month. Would you publish it after your usual edits?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 cannot be expressed, that is exactly the feedback we need —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duty or rule that did not fit and send it back with your profession attached.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try it with your real team?</a:t>
            </a:r>
            <a:endParaRPr lang="en-US" sz="3000" dirty="0"/>
          </a:p>
        </p:txBody>
      </p:sp>
      <p:pic>
        <p:nvPicPr>
          <p:cNvPr id="3" name="Image 0" descr="shots/01-professionals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5266944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49440" y="150876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69494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89520" y="13990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on the Professionals tab and declare your team — department, institution, profession.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949440" y="246888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0" y="235915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declaration is approved once, centrally. You are then the team’s lead.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49440" y="342900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69494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89520" y="33192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your own staff — no administrator needed after day one.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49440" y="438912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89520" y="427939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team’s data is scoped to your team. No other department can read it.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first, always: the Demo door stays open, and nothing you tried today touched live data.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2026-08-24T06:24:14Z</dcterms:created>
  <dcterms:modified xsi:type="dcterms:W3CDTF">2026-08-24T06:24:14Z</dcterms:modified>
</cp:coreProperties>
</file>